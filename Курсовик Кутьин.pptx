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4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1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6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78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36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11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42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17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82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89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811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819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B62E4-5B3D-437A-9781-A73B2153CE59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5A5CE-9816-4373-943F-34F9670CF2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90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Проектирование системы учёта услуг в автосервисе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219700" y="3792538"/>
            <a:ext cx="6419850" cy="912812"/>
          </a:xfrm>
        </p:spPr>
        <p:txBody>
          <a:bodyPr/>
          <a:lstStyle/>
          <a:p>
            <a:pPr algn="just"/>
            <a:r>
              <a:rPr lang="ru-RU" dirty="0" smtClean="0">
                <a:solidFill>
                  <a:schemeClr val="bg1"/>
                </a:solidFill>
              </a:rPr>
              <a:t>Разработал: </a:t>
            </a:r>
            <a:r>
              <a:rPr lang="ru-RU" dirty="0" err="1" smtClean="0">
                <a:solidFill>
                  <a:schemeClr val="bg1"/>
                </a:solidFill>
              </a:rPr>
              <a:t>Кутьин</a:t>
            </a:r>
            <a:r>
              <a:rPr lang="ru-RU" dirty="0" smtClean="0">
                <a:solidFill>
                  <a:schemeClr val="bg1"/>
                </a:solidFill>
              </a:rPr>
              <a:t> Денис Станиславович</a:t>
            </a:r>
          </a:p>
          <a:p>
            <a:pPr algn="just"/>
            <a:r>
              <a:rPr lang="ru-RU" dirty="0" smtClean="0">
                <a:solidFill>
                  <a:schemeClr val="bg1"/>
                </a:solidFill>
              </a:rPr>
              <a:t>Руководитель: Меркулова Светлана Викторовна </a:t>
            </a:r>
          </a:p>
        </p:txBody>
      </p:sp>
    </p:spTree>
    <p:extLst>
      <p:ext uri="{BB962C8B-B14F-4D97-AF65-F5344CB8AC3E}">
        <p14:creationId xmlns:p14="http://schemas.microsoft.com/office/powerpoint/2010/main" val="10923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4900" y="908050"/>
            <a:ext cx="10115550" cy="835025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4900" y="1825625"/>
            <a:ext cx="102489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Автоматизация 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учёта критически необходима для автосервисов из-за высокой конкуренции, сложного управления запчастями, потребности в прозрачном финансовом учёте и важности сохранения клиентской истории. Ручные методы ведут к ошибкам, потерям и неэффективности</a:t>
            </a:r>
            <a:r>
              <a:rPr lang="ru-RU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внедрить систему автоматизации ключевых процессов автосервиса для повышения операционной эффективности и качества обслуживания клиентов</a:t>
            </a:r>
            <a:r>
              <a:rPr lang="ru-RU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r>
              <a:rPr lang="ru-RU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технологии разработки</a:t>
            </a:r>
          </a:p>
          <a:p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реализовать базу данных</a:t>
            </a:r>
          </a:p>
          <a:p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модуль финансовой отчётности</a:t>
            </a:r>
          </a:p>
          <a:p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систему учёта услуг и клиентов</a:t>
            </a:r>
          </a:p>
          <a:p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и внедрить готовое решение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88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09712" y="812800"/>
            <a:ext cx="10115550" cy="835025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технологий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4022" y="1618456"/>
            <a:ext cx="9782175" cy="2765425"/>
          </a:xfrm>
        </p:spPr>
        <p:txBody>
          <a:bodyPr>
            <a:norm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язык программирования для бизнес-логики и интеграции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компонентов</a:t>
            </a:r>
          </a:p>
          <a:p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библиотека </a:t>
            </a:r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создания графического интерфейса пользователя</a:t>
            </a:r>
          </a:p>
          <a:p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Workbench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инструмент для проектирования и администрирования БД</a:t>
            </a:r>
          </a:p>
        </p:txBody>
      </p:sp>
      <p:sp>
        <p:nvSpPr>
          <p:cNvPr id="5" name="AutoShape 4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4481512"/>
            <a:ext cx="3068320" cy="191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106" y="4481512"/>
            <a:ext cx="5916156" cy="1873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23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6325" y="803275"/>
            <a:ext cx="10115550" cy="835025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6450" y="1647825"/>
            <a:ext cx="10115550" cy="47815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система автоматизации автосервиса с полным циклом учёта услуг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Реляционная БД на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4 основными сущностями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доступа к данным с двойным режимом работы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Интуитивный интерфейс на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4 функциональными вкладками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Комплексный финансовый учёт и отчётность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Достижения: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автоматизация ключевых бизнес-процессов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Готовая к внедрению система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ценность для автосервисов</a:t>
            </a:r>
          </a:p>
          <a:p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22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4425" y="1860550"/>
            <a:ext cx="10115550" cy="2616200"/>
          </a:xfrm>
        </p:spPr>
        <p:txBody>
          <a:bodyPr>
            <a:normAutofit/>
          </a:bodyPr>
          <a:lstStyle/>
          <a:p>
            <a:pPr algn="ctr"/>
            <a:r>
              <a:rPr lang="ru-RU" sz="6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RU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87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110</Words>
  <Application>Microsoft Office PowerPoint</Application>
  <PresentationFormat>Широкоэкранный</PresentationFormat>
  <Paragraphs>28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Проектирование системы учёта услуг в автосервисе</vt:lpstr>
      <vt:lpstr>Введение</vt:lpstr>
      <vt:lpstr>Использование технологий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системы учёта услуг в автосервисе</dc:title>
  <dc:creator>user</dc:creator>
  <cp:lastModifiedBy>user</cp:lastModifiedBy>
  <cp:revision>4</cp:revision>
  <dcterms:created xsi:type="dcterms:W3CDTF">2026-02-04T10:41:07Z</dcterms:created>
  <dcterms:modified xsi:type="dcterms:W3CDTF">2026-02-04T11:12:24Z</dcterms:modified>
</cp:coreProperties>
</file>